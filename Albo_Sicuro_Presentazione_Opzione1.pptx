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 a tutti. Ogni giorno i Comuni italiani pubblicano online decine di atti amministrativi. E ogni giorno, per un semplice errore umano, finiscono liberamente accessibili sul web diagnosi mediche, disabilità di minori, ISEE e coordinate bancarie. Abbiamo creato Albo Sicuro: il primo assistente e auditor autonomo che aiuta i funzionari a individuare e correggere i dati sensibili prima e dopo la pubblicazione.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legge impone ai Comuni di pubblicare delibere e determine. Ma il GDPR e le Linee Guida del Garante vietano categoricamente la diffusione di dati sulla salute o sul disagio economico. Oggi la responsabilità grava interamente sul funzionario comunale, che deve controllare a mano centinaia di pagine. Basta una svista in una determina per buoni spesa o disabilità per distruggere la privacy di una famiglia. Albo Sicuro nasce per eliminare questo rischio alla radice.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Albo Sicuro agisce su due livelli: A monte, come Gatekeeper: prima della pubblicazione il funzionario carica il PDF, riceve un semaforo immediato e può scaricare subito la versione corretta con i dati oscurati. A valle, come Watchdog: un demone autonomo controlla continuamente i documenti già online, allertando l'ente sui documenti critici per permettere la sostituzione tempestiva prima dell'intervento del Garante.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paradosso di usare l'IA per tutelare la privacy è il rischio di inviare dati sensibili di cittadini a modelli cloud esterni. In Albo Sicuro abbiamo applicato una vera architettura Privacy by Design: prima che il testo arrivi all'LLM, un motore locale isola e sostituisce ogni dato identificativo con token astratti. L'IA vede solo che [PERSONA_1] beneficia di un sussidio per disabilità e deduce la violazione senza sapere chi sia la persona. Inoltre, sul PDF applichiamo una redazione vera con PyMuPDF, distruggendo fisicamente il dato dal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cosa succede nella demo: carichiamo una determina con contributi per disabilità. Immediatamente il sistema accende il semaforo rosso e richiama il precedente ufficiale del Garante: 'Attenzione, per una violazione identica il Comune di Tricase è stato sanzionato per 15.000 euro'. A destra, il funzionario vede il confronto side-by-side e con un solo clic scarica il PDF bonificato con gli omissis al posto giusto, pronto per la sostituzione sull'albo.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un'amministrazione pubblica, Albo Sicuro significa azzerare il rischio di multe, tutelare i cittadini più vulnerabili e risparmiare fino al 90% del tempo speso oggi a verificare e redigere manualmente gli atti. Non chiediamo al Comune di stravolgere i propri sistemi: Albo Sicuro si inserisce in modo trasparente e leggero nel flusso di lavoro già esistente.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digitalizzazione della Pubblica Amministrazione non deve mai avvenire a spese della dignità e della privacy dei cittadini. Con Albo Sicuro la trasparenza diventa finalmente sicura, garantita e conforme per tutti. Grazie per l'attenzione, siamo pronti per le vostre domande!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TRACCIA 2 — PRIVACY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Albo Sicuro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L'Auditor Intelligente per la Privacy e la Trasparenza nella Pubblica Amministrazione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Zero-Knowledge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Prevenzione &amp; Monitoraggio H24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Piena Conformità 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Campionato Universitario AI 2026 | DIGITA Academy — Napoli | Team di Sviluppo Albo Sicuro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HACKATHON CAMPIONATO UNIVERSITARIO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Il Dilemma della PA: Trasparenza vs Tutela della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EF4444"/>
                </a:solidFill>
              </a:defRPr>
            </a:pPr>
            <a:r>
              <a:t>€ 10.000 – € 50.000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Sanzione media del Garante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Comminata per singoli atti che espongono dati sanitari o indigenza (Art. 2-septies Codice Privacy, D.Lgs. 33/2013).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F59E0B"/>
                </a:solidFill>
              </a:defRPr>
            </a:pPr>
            <a:r>
              <a:t>15 Giorni vs Forever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Perdita del Diritto all'Oblio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L'atto resta all'albo per soli 15 giorni per legge, ma rimane indicizzato dai motori di ricerca per anni.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100% Errore Umano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Zero Strumenti di Supporto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 funzionari gestiscono a mano centinaia di pagine al giorno con software gestionali legacy privi di filtri intelligenti.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HACKATHON CAMPIONATO UNIVERSITARIO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La Soluzione: Doppia Protezione, Preventiva e Continua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6634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Modulo Preventivo (/upload)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GATEKEEPER PRIMA DELLA PUBBLICAZIONE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Upload Drag &amp; Drop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Il funzionario carica la bozza dell'atto amministrativo prima di renderlo pubblico.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Semaforo Decisionale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Verdetto istantaneo: Conforme, Da Verificare o Non Conforme con motivazione giuridica.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Download del PDF Bonificato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Generazione immediata della versione sanificata con le diciture 'omissis' al posto giusto.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466344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Modulo Continuo (Daemon)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WATCHDOG H24 SULL'ALBO PRETORIO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Scansione Asincrona Autonoma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Un demone in background monitora costantemente gli atti pubblicati sul portale comunale.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Rilevamento Tempestivo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Identifica leak già online e invia allarmi istantanei al DPO / Responsabile Privacy.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Countdown di Esposizione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Calcola i giorni rimanenti di affissione per consentire una bonifica prima di sanzioni.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HACKATHON CAMPIONATO UNIVERSITARIO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Tecnologia 'Privacy by Design': L'IA Vede il Contesto, Mai l'Identità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PRINCIPIO FONDAMENTALE: ZERO DATA LEAKAGE VERSO I MODELLI DI INTELLIGENZA ARTIFICIALE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PDF Amministrativo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Caricamento determina o delibera con testo e metadati.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Input Documento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Motore Locale Off-line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Regex con omocodia + stdnum (CF, IBAN) + spaCy NER. I nomi diventano [PERSONA_1].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Pseudonimizzazione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Analisi Semantica a Zero Dati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L'LLM riceve solo token anonimi, valuta il contesto giuridico e cita i precedenti del Garante.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Ragionamento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PyMuPDF Vettoriale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Redazione distruttiva irreversibile: il testo viene cancellato dal codice del file, non coperto.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Vera Redazione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HACKATHON CAMPIONATO UNIVERSITARIO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Dall'Allarme alla Risoluzione in 3 Clic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0" lIns="274320" rIns="274320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Fase 1: Intercettazione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SEGNALAZIONE RISCHIO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Il demone o l'upload rilevano una determina con contributo economico ed esposizione di patologie invalidanti.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01752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Semaforo Rosso: Violazione Rilevata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0" lIns="274320" rIns="274320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Fase 2: Motivazione Giuridica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COLLEGAMENTO RAG AL GARANTE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L'app indica la violazione dell'Art. 2-septies Codice Privacy e associa il precedente ufficiale del Garante con importo sanzione.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01752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Precedente: GPDP Tricase (€ 15.000)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22960" lIns="274320" rIns="274320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Fase 3: Sanificazione Istantanea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</a:defRPr>
            </a:pPr>
            <a:r>
              <a:t>CONFRONTO SIDE-BY-SIDE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Il funzionario visualizza i passaggi critici evidenziati e scarica con un clic il PDF corretto con le diciture 'omissis'.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01752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Download PDF Conforme Immediato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HACKATHON CAMPIONATO UNIVERSITARIO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Impatto Operativo e Valore Concreto per la Pubblica Amministrazione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0B981"/>
                </a:solidFill>
              </a:defRPr>
            </a:pPr>
            <a:r>
              <a:t>Azzeramento Sanzioni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ROI Immediato e Misurabile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Evitare anche una singola sanzione del Garante da 20.000€ ripaga l'adozione della soluzione per diversi anni, azzerando le spese legali e i risarcimenti.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</a:defRPr>
            </a:pPr>
            <a:r>
              <a:t>90% Risparmio di Tempo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Supporto al Personale Comunale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 funzionari non devono più rileggere parola per parola decine di pagine di allegati: l'IA evidenzia solo le frasi che richiedono attenzione normativa.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59E0B"/>
                </a:solidFill>
              </a:defRPr>
            </a:pPr>
            <a:r>
              <a:t>Pronto per l'Adozione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</a:defRPr>
            </a:pPr>
            <a:r>
              <a:t>Zero Impatto sulle Infrastrutture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Web app leggera, integrabile con i gestionali documentali esistenti via API, con possibilità di deployment on-premise su server comunali.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Rendere la Trasparenza Finalmente Sicura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Q3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OCR Locale Privacy-Preserving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Integrazione OCR on-premise per analizzare atti cartacei storici e scansioni senza inviare immagini all'esterno.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Q4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Estensione Smart City &amp; IoT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Auditing dei flussi di telemetria urbana, log di smart meter e registri videosorveglianza urbana (Traccia Hackathon).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Conformità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Qualificazione Cloud ACN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Ospitalità su infrastrutture cloud conformi ai requisiti dell'Agenzia per la Cybersicurezza Nazionale.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 di Sviluppo Albo Sicuro — Campionato Universitario AI (DIGITA Academy / AI2B)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Sviluppato in 3 ore con Python, Streamlit, PyMuPDF, spaCy, python-stdnum e Ollama/LLM locale. Grazie per l'attenzione!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