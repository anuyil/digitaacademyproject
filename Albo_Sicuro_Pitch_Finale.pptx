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Buongiorno a tutti. Ogni giorno oltre 7.900 Comuni italiani pubblicano online decine di atti amministrativi. E ogni giorno, per un banale errore umano, finiscono liberamente accessibili sul web diagnosi mediche, disabilità di minori, ISEE e coordinate bancarie. Abbiamo creato Albo Sicuro: il primo assistente e auditor autonomo che aiuta i funzionari a individuare e correggere i dati sensibili prima e dopo la pubblicazione.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legge impone ai Comuni di pubblicare gli atti, ma il GDPR e le Linee Guida del Garante vietano categoricamente la diffusione di dati sulla salute o sul disagio economico. Oggi la responsabilità grava tutta sui singoli funzionari comunali, che devono controllare manualmente centinaia di pagine. Basta una distrazione in una determina per buoni spesa o disabilità per distruggere la privacy di una famiglia. Albo Sicuro risolve questo problema alla radice.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Albo Sicuro agisce su due livelli: A monte, come Gatekeeper: prima della pubblicazione il funzionario carica il PDF, riceve un semaforo immediato e può scaricare subito la versione corretta con i dati oscurati. A valle, come Watchdog: un demone autonomo controlla continuamente i documenti già online, allertando l'ente sui documenti critici per permettere la sostituzione tempestiva prima dell'intervento del Garante.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paradosso di usare l'IA per tutelare la privacy è il rischio di inviare dati sensibili di cittadini a modelli cloud esterni. In Albo Sicuro abbiamo applicato una vera architettura Privacy by Design: prima che il testo arrivi all'LLM, un motore locale isola e sostituisce ogni identificativo con token astratti. L'IA vede solo che [PERSONA_1] beneficia di un sussidio per disabilità e deduce la violazione senza sapere chi sia la persona. E sul PDF applichiamo una redazione vera con PyMuPDF, distruggendo fisicamente il dato dal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Mostriamo ora la prima funzionalità della Web App: il controllo preventivo all'indirizzo /upload. Il funzionario trascina il PDF della determina prima di pubblicarla. In pochi secondi il sistema analizza il documento, accende il semaforo rosso e mostra con trasparenza il pannello 'Cosa vede l'IA': a sinistra il testo originale, a destra il testo con i segnaposto pseudonimizzati. Con un solo clic, l'utente scarica il PDF già bonificato e conforme.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Passiamo ora alla seconda anima di Albo Sicuro: la Dashboard Live. In alto notiamo l'indicatore verde che pulsa: il demone è attivo e interroga l'albo ogni pochi secondi. Le card mostrano il quadro complessivo dell'ente. Nel feed allarmi, ogni atto a rischio viene evidenziato con la categoria di violazione e il countdown dei giorni di esposizione: questo permette al responsabile di intervenire prima che l'atto venga segnalato o indicizzato in modo irreversibile.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Cliccando su un allarme entriamo nel dettaglio del report. La schermata mostra i due PDF affiancati: a sinistra l'atto originario con i dati personali esposti, a destra la versione sanificata dal nostro algoritmo con la dicitura 'omissis'. Inoltre, una card evidenzia il precedente ufficiale del Garante: questo rende chiaro all'amministrazione perché l'atto è illecito e quale sarebbe la sanzione. Con un clic l'atto viene sostituito all'albo e l'incidente viene marcato come risolto nell'audit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Quanto vale e quanto costa Albo Sicuro alla Pubblica Amministrazione? Abbiamo integrato efficienza operativa e sostenibilità economica: Sul piano operativo, facciamo risparmiare fino al 90% del tempo al personale comunale, evitando di dover controllare a mano centinaia di pagine di atti. Sul piano economico, offriamo un modello SaaS a canone annuale all-inclusive scalabile per dimensione dell'ente: da circa 1.800 €/anno per i piccoli Comuni, a 4.500 €/anno per i Comuni medi, fino a 12.000-18.000 €/anno per capoluoghi e ASL. Per la PA l'acquisto è immediato: rientra negli affidamenti diretti sotto soglia sul MePA (&lt; 140k €), e una singola sanzione del Garante evitata ripaga il servizio per oltre 4 anni, tutelando i dirigenti dal danno erariale.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digitalizzazione della Pubblica Amministrazione non deve mai avvenire a spese della dignità e della privacy dei cittadini. Con Albo Sicuro la trasparenza diventa finalmente sicura, garantita e conforme per tutti. Grazie per l'attenzione, siamo pronti per le vostre domande!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9260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93C5FD"/>
                </a:solidFill>
              </a:defRPr>
            </a:pPr>
            <a:r>
              <a:t>CANDIDATURA HACKATHON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Albo Sicuro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BD5E1"/>
                </a:solidFill>
              </a:defRPr>
            </a:pPr>
            <a:r>
              <a:t>L'Auditor Intelligente che Rende la Trasparenza della PA Conforme e Sicura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30175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 Zero-Knowledge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480560"/>
            <a:ext cx="30175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 Prevenzione &amp; Monitoraggio H24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480560"/>
            <a:ext cx="30175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 Piena Conformità GDPR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Campionato Universitario AI 2026 | DIGITA Academy — Napoli | Team di Sviluppo Albo Sicuro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CAMPIONATO UNIVERSITARIO AI (TRACCIA PRIVACY)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Il Dilemma della PA: Trasparenza vs Tutela della Privacy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EF4444"/>
                </a:solidFill>
              </a:defRPr>
            </a:pPr>
            <a:r>
              <a:t>€ 10.000 – € 50.000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Sanzione media del Garante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Comminata per singoli atti che espongono dati sanitari o disagio economico (Art. 2-septies Codice Privacy, D.Lgs. 33/2013).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F59E0B"/>
                </a:solidFill>
              </a:defRPr>
            </a:pPr>
            <a:r>
              <a:t>15 Giorni vs Forever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Perdita del Diritto all'Oblio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L'atto resta all'albo per soli 15 giorni per legge, ma rimane indicizzato e scaricabile da Google per anni.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</a:defRPr>
            </a:pPr>
            <a:r>
              <a:t>100% Errore Umano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Zero Strumenti di Supporto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 funzionari gestiscono a mano centinaia di pagine al giorno con software gestionali legacy privi di filtri intelligenti.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CAMPIONATO UNIVERSITARIO AI (TRACCIA PRIVACY)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Albo Sicuro: Protezione Preventiva e Monitoraggio Continuo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466344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1. Modulo Preventivo (/upload)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IL GATEKEEPER PRIMA DELLA PUBBLICAZIONE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Upload Drag &amp; Drop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Il funzionario carica la bozza dell'atto amministrativo prima di renderlo pubblico.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Semaforo Decisionale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Verdetto istantaneo: Conforme, Da Verificare o Non Conforme con motivazione normativa.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Download del PDF Bonificato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Generazione immediata della versione sanificata con le diciture 'omissis' al posto giusto.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4663440" cy="73152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Modulo Continuo (Daemon)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IL WATCHDOG H24 SULL'ALBO PRETORIO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Scansione Asincrona Autonoma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Un demone in background monitora costantemente gli atti pubblicati sul portale comunale.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Rilevamento Tempestivo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Identifica leak già online e invia allarmi istantanei al Responsabile Privacy / DPO.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Countdown di Esposizione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Calcola i giorni rimanenti di affissione per consentire una bonifica prima di sanzioni.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CAMPIONATO UNIVERSITARIO AI (TRACCIA PRIVACY)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Tecnologia 'Privacy by Design': L'IA Vede il Contesto, Mai l'Identità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ZERO DATA LEAKAGE: NESSUN DATO PERSONALE REALE RAGGIUNGE MAI IL MODELLO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PDF Amministrativo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Caricamento determina o delibera con testo e metadati.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5603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Input Documento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Engine Locale Off-line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Regex avanzate + stdnum (CF, IBAN) + spaCy NER. I nomi diventano [PERSONA_1], i CF [CF_1].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377440"/>
            <a:ext cx="25603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Pseudonimizzazione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Analisi Semantica Locale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L'LLM riceve solo token anonimi, valuta il contesto normativo e cita i precedenti del Garante.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377440"/>
            <a:ext cx="2560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Ragionamento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PyMuPDF Vettoriale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Redazione distruttiva irreversibile: il testo viene cancellato dal codice del file, non coperto.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2377440"/>
            <a:ext cx="2560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Vera Redazione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INTERFACCIA WEB APP — FLUSSO PREVENTIVO /UPLOAD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Demo: Il Controllo Preventivo Prima della Pubblicazione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8580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682496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" y="1682496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71016" y="168249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6002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🔒 https://albo-sicuro.local /upload — Verifica Atto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194560"/>
            <a:ext cx="6309360" cy="3749039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0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🖼️ [ SPAZIO PER SCREENSHOT / DEMO LIVE ]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Schermata di Upload: Drag &amp; Drop del PDF, Semaforo Rosso</a:t>
            </a:r>
            <a:br/>
            <a:r>
              <a:t>e Pannello 'Cosa vede l'IA' con testo pseudonimizzato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554480"/>
            <a:ext cx="3566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Cosa Mostra la Web App: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1. Drag &amp; Drop Intuitivo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Caricamento istantaneo di qualsiasi atto amministrativo in formato PDF.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2. Semaforo Decisionale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Alert visivo immediato con la motivazione della violazione (es. dati salute o disagio economico).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3. Trasparenza 'Cosa Vede l'IA'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Confronto visivo tra il testo originale e il testo pseudonimizzato inviato al modello.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• 4. Download PDF Bonificato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Pulsante per scaricare direttamente il PDF corretto con le diciture 'omissis'.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INTERFACCIA WEB APP — DASHBOARD DI CONTROLLO CONTINUO 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Demo: Dashboard Live &amp; Monitoraggio H24 del Demone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8580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682496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" y="1682496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71016" y="168249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6002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🔒 https://albo-sicuro.local / — Dashboard Live Monitoraggio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194560"/>
            <a:ext cx="6309360" cy="3749039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0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🖼️ [ SPAZIO PER SCREENSHOT / DEMO LIVE ]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Schermata Dashboard: Card Metriche, Indicatore Demone Attivo</a:t>
            </a:r>
            <a:br/>
            <a:r>
              <a:t>e Feed degli Allarmi con giorni di esposizione rimanenti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554480"/>
            <a:ext cx="3566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Punti di Forza della Dashboard: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1. Indicatore Demone Attivo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Mostra l'orario dell'ultimo controllo in tempo reale ('Ultimo controllo 4s fa').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2. Card Riassuntive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Contatori immediati: Atti monitorati, Non conformi e Gravità alta aperti.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3. Feed Allarmi Live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Ogni nuovo atto non conforme compare in cima con animazione ed evidenziazione.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• 4. Countdown Esposizione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Mostra i giorni di esposizione rimanenti rispetto ai 15 giorni di affissione legale.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INTERFACCIA WEB APP — GESTIONE REPORT E BONIFICA /REPORTS/{ID}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Demo: Dettaglio Violazione, Precedente Garante e Risoluzione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8580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682496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" y="1682496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71016" y="168249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6002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🔒 https://albo-sicuro.local /reports/4 — Dettaglio Report e Sanificazione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194560"/>
            <a:ext cx="6309360" cy="3749039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0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🖼️ [ SPAZIO PER SCREENSHOT / DEMO LIVE ]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Schermata Report Dettaglio: Viewer PDF Affiancati (Originale vs Sanificato),</a:t>
            </a:r>
            <a:br/>
            <a:r>
              <a:t>Card del Precedente Garante e Tasti di Risoluzione Incidente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554480"/>
            <a:ext cx="3566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Funzionalità di Risoluzione: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</a:defRPr>
            </a:pPr>
            <a:r>
              <a:t>• 1. PDF Affiancati (Side-by-Side)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Visualizzazione comparata: documento originale a sinistra e documento bonificato a destra.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</a:defRPr>
            </a:pPr>
            <a:r>
              <a:t>• 2. Precedente Sanzionatorio Reale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Card con Ente coinvolto, norma violata e importo storico della sanzione (es. € 15.000).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</a:defRPr>
            </a:pPr>
            <a:r>
              <a:t>• 3. Azioni sul Ciclo di Vita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Pulsanti 'Segna Risolto', 'Falso Positivo' o 'Sostituisci Atto sull'Albo'.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</a:defRPr>
            </a:pPr>
            <a:r>
              <a:t>• 4. Cronologia Eventi di Audit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  Tracciamento di ogni modifica per garantire l'accountability interna richiesta dal GDPR.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SOSTENIBILITÀ ECONOMICA &amp; IMPATTO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Valore Operativo, Modello di Pricing &amp; ROI per la 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82880" rIns="182880"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0F172A"/>
                </a:solidFill>
              </a:defRPr>
            </a:pPr>
            <a:r>
              <a:t>€ 1.800 – € 2.400 / anno</a:t>
            </a:r>
          </a:p>
          <a:p>
            <a:pPr>
              <a:spcAft>
                <a:spcPts val="600"/>
              </a:spcAft>
              <a:defRPr sz="950" b="1">
                <a:solidFill>
                  <a:srgbClr val="2563EB"/>
                </a:solidFill>
              </a:defRPr>
            </a:pPr>
            <a:r>
              <a:t>~150 – 200 € / mese  •  Piccoli Comuni (&lt; 5.000 ab.)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Fino a 1.000 atti/anno • Demone H24 attivo • Supporto 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3832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 SMALL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82880" rIns="182880"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0F172A"/>
                </a:solidFill>
              </a:defRPr>
            </a:pPr>
            <a:r>
              <a:t>€ 4.500 – € 6.000 / anno</a:t>
            </a:r>
          </a:p>
          <a:p>
            <a:pPr>
              <a:spcAft>
                <a:spcPts val="600"/>
              </a:spcAft>
              <a:defRPr sz="950" b="1">
                <a:solidFill>
                  <a:srgbClr val="10B981"/>
                </a:solidFill>
              </a:defRPr>
            </a:pPr>
            <a:r>
              <a:t>~400 – 500 € / mese  •  Comuni Medi (5.000 – 40.000 ab.)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Fino a 5.000 atti/anno • Utenti illimitati • API per gestionali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3383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 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82880" rIns="182880"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0F172A"/>
                </a:solidFill>
              </a:defRPr>
            </a:pPr>
            <a:r>
              <a:t>€ 12.000 – € 18.000 / anno</a:t>
            </a:r>
          </a:p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</a:defRPr>
            </a:pPr>
            <a:r>
              <a:t>Grandi Capoluoghi &amp; ASL  •  Grandi Enti (&gt; 40.000 ab. &amp; Sanità)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Atti illimitati • Multi-settore (Sociale/Sanità) • Audit DPO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17320"/>
            <a:ext cx="338328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 ENTERPRISE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01168" rIns="201168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Azzeramento Sanzioni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ROI Matematico Immediato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Evitare anche una singola sanzione del Garante (€ 10k–50k) ripaga da 3 a 5 anni di canone dell'ente, azzerando le spese legali e tutelando i dirigenti dal danno erariale della Corte dei Conti.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94760"/>
            <a:ext cx="33832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79476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01168" rIns="201168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2563EB"/>
                </a:solidFill>
              </a:defRPr>
            </a:pPr>
            <a:r>
              <a:t>90% Risparmio di Tempo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Automazione per il Personale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 funzionari comunali non devono più rileggere a mano parola per parola centinaia di pagine: l'IA evidenzia solo le criticità e genera la versione conforme in 3 clic.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794760"/>
            <a:ext cx="33832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379476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01168" rIns="201168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Zero Burocrazia MePA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Affidamento Diretto &amp; Leggerezza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Acquisto immediato sotto soglia D.Lgs. 36/2023 (&lt; € 140k) senza bandire gare d'appalto. Web app leggera integrabile via API nei gestionali già in uso (Maggioli, Halley).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794760"/>
            <a:ext cx="33832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Rendere la Trasparenza Finalmente Sicura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Q3 2026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OCR Locale Privacy-Preserving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Integrazione OCR on-premise per analizzare atti cartacei storici e scansioni senza inviare immagini all'esterno.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Q4 2026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Estensione Smart City &amp; IoT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Auditing dei flussi di telemetria urbana, log di smart meter e registri videosorveglianza urbana (Traccia Hackathon).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Conformità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Qualificazione Cloud ACN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Ospitalità su infrastrutture cloud conformi ai requisiti dell'Agenzia per la Cybersicurezza Nazionale.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Team di Sviluppo Albo Sicuro — Campionato Universitario AI (DIGITA Academy / AI2B)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Sviluppato con Python, FastAPI, PyMuPDF, spaCy, python-stdnum e LLM locale. Grazie per l'attenzione!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