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Buongiorno a tutti. Ogni giorno oltre 7.900 Comuni italiani pubblicano online decine di atti amministrativi. E ogni giorno, per un banale errore umano, finiscono liberamente accessibili sul web diagnosi mediche, disabilità di minori, ISEE e coordinate bancarie. Abbiamo creato Albo Sicuro: il primo assistente e auditor autonomo che aiuta i funzionari a individuare e correggere i dati sensibili prima e dopo la pubblicazione.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legge impone ai Comuni di pubblicare gli atti, ma il GDPR e le Linee Guida del Garante vietano categoricamente la diffusione di dati sulla salute o sul disagio economico. Oggi la responsabilità grava tutta sui singoli funzionari comunali, che devono controllare manualmente centinaia di pagine. Basta una distrazione in una determina per buoni spesa o disabilità per distruggere la privacy di una famiglia. Albo Sicuro risolve questo problema alla radice.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Albo Sicuro agisce su due livelli: A monte, come Gatekeeper: prima della pubblicazione il funzionario carica il PDF, riceve un semaforo immediato e può scaricare subito la versione corretta con i dati oscurati. A valle, come Watchdog: un demone autonomo controlla continuamente i documenti già online, allertando l'ente sui documenti critici per permettere la sostituzione tempestiva prima dell'intervento del Garante.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paradosso di usare l'IA per tutelare la privacy è il rischio di inviare dati sensibili di cittadini a modelli cloud esterni. In Albo Sicuro abbiamo applicato una vera architettura Privacy by Design: prima che il testo arrivi all'LLM, un motore locale isola e sostituisce ogni identificativo con token astratti. L'IA vede solo che [PERSONA_1] beneficia di un sussidio per disabilità e deduce la violazione senza sapere chi sia la persona. E sul PDF applichiamo una redazione vera con PyMuPDF, distruggendo fisicamente il dato dal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Ecco la prima schermata reale di Albo Sicuro: la Dashboard Live. Notate in alto a destra l'indicatore 'Ultimo check: 7m fa': il demone lavora in autonomia interrogando l'albo in background. Le metriche offrono un quadro di sintesi immediato con semaforo verde, rosso e ambra. Nella tabella sottostante, ogni atto analizzato viene catalogato per sorgente e gravità della violazione.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è la schermata di dettaglio di un atto non conforme: la Determina Sussidio Disagio 04. A sinistra vediamo il documento originale del Comune con il nome del beneficiario, l'indirizzo privato e l'ISEE in chiaro. A destra, il PDF generato istantaneamente da Albo Sicuro: i dati sensibili sono stati rimossi con una vera redazione vettoriale irreversibile. Non è una maschera grafica: il testo è stato fisicamente eliminato dal codice del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Scendendo nel report vediamo la potenza del nostro motore di Explainable AI: Il sistema isola la frase esatta che vìola la legge e a destra richiama dalla nostra knowledge base il precedente reale: 'Attenzione, per un caso analogo il Comune di Tricase è stato sanzionato dal Garante per 15.000 euro'. Sotto, la tabella 'Decisioni per entità' elenca ogni singola azione da compiere e la specifica norma violata. Questo azzera i dubbi interpretativi del funzionario e del DPO.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timore tipico della PA è che l'IA sia troppo zelante e oscuri atti che per legge devono essere pubblici. Ecco la prova contraria: analizzando una graduatoria di concorso, Albo Sicuro la riconosce come lecita. Secondo le Linee Guida del Garante, pubblicare nomi e punteggi di concorsi pubblici è doveroso. Il sistema emette verdetto 'Conforme' con spunta verde e non tocca il documento, garantendo zero falsi positivi.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Quanto vale e quanto costa Albo Sicuro alla Pubblica Amministrazione? Abbiamo integrato efficienza operativa e sostenibilità economica: Sul piano operativo, facciamo risparmiare fino al 90% del tempo al personale comunale, evitando di dover controllare a mano centinaia di pagine di atti. Sul piano economico, offriamo un modello SaaS a canone annuale all-inclusive scalabile per dimensione dell'ente: da circa 1.800 €/anno per i piccoli Comuni, a 4.500 €/anno per i Comuni medi, fino a 12.000-18.000 €/anno per capoluoghi e ASL. Per la PA l'acquisto è immediato: rientra negli affidamenti diretti sotto soglia sul MePA (&lt; 140k €), e una singola sanzione del Garante evitata ripaga il servizio per oltre 4 anni, tutelando i dirigenti dal danno erariale.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digitalizzazione della Pubblica Amministrazione non deve mai avvenire a spese della dignità e della privacy dei cittadini. Con Albo Sicuro la trasparenza diventa finalmente sicura, garantita e conforme per tutti. Grazie per l'attenzione, siamo pronti per le vostre domande!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9260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93C5FD"/>
                </a:solidFill>
              </a:defRPr>
            </a:pPr>
            <a:r>
              <a:t>CANDIDATURA HACKATHON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Albo Sicuro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L'Auditor Intelligente che Rende la Trasparenza della PA Conforme e Sicura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Zero-Knowledge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Prevenzione &amp; Monitoraggio H24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480560"/>
            <a:ext cx="30175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 Piena Conformità GDPR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Campionato Universitario AI 2026 | DIGITA Academy — Napoli | Team di Sviluppo Albo Sicuro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CAMPIONATO UNIVERSITARIO AI (TRACCIA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Il Dilemma della PA: Trasparenza vs Tutela della Privacy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EF4444"/>
                </a:solidFill>
              </a:defRPr>
            </a:pPr>
            <a:r>
              <a:t>€ 10.000 – € 50.000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Sanzione media del Garante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Comminata per singoli atti che espongono dati sanitari o disagio economico (Art. 2-septies Codice Privacy, D.Lgs. 33/2013).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F59E0B"/>
                </a:solidFill>
              </a:defRPr>
            </a:pPr>
            <a:r>
              <a:t>15 Giorni vs Forever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Perdita del Diritto all'Oblio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L'atto resta all'albo per soli 15 giorni per legge, ma rimane indicizzato e scaricabile da Google per anni.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0" lIns="274320" rIns="274320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100% Errore Umano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Zero Strumenti di Supporto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 funzionari gestiscono a mano centinaia di pagine al giorno con software gestionali legacy privi di filtri intelligenti.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CAMPIONATO UNIVERSITARIO AI (TRACCIA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Albo Sicuro: Protezione Preventiva e Monitoraggio Continuo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20240"/>
            <a:ext cx="46634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Modulo Preventivo (/upload)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IL GATEKEEPER PRIMA DELLA PUBBLICAZIONE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Upload Drag &amp; Drop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Il funzionario carica la bozza dell'atto amministrativo prima di renderlo pubblico.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Semaforo Decisionale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Verdetto istantaneo: Conforme, Da Verificare o Non Conforme con motivazione normativa.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Download del PDF Bonificato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Generazione immediata della versione sanificata con le diciture 'omissis' al posto giusto.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920240"/>
            <a:ext cx="4663440" cy="73152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Modulo Continuo (Daemon)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IL WATCHDOG H24 SULL'ALBO PRETORIO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Scansione Asincrona Autonoma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Un demone in background monitora costantemente gli atti pubblicati sul portale comunale.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Rilevamento Tempestivo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Identifica leak già online e invia allarmi istantanei al Responsabile Privacy / DPO.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Countdown di Esposizione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  Calcola i giorni rimanenti di affissione per consentire una bonifica prima di sanzioni.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ALBO SICURO — CAMPIONATO UNIVERSITARIO AI (TRACCIA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Tecnologia 'Privacy by Design': L'IA Vede il Contesto, Mai l'Identità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ZERO DATA LEAKAGE: NESSUN DATO PERSONALE REALE RAGGIUNGE MAI IL MODELLO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PDF Amministrativo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Caricamento determina o delibera con testo e metadati.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Input Documento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Engine Locale Off-line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Regex avanzate + stdnum (CF, IBAN) + spaCy NER. I nomi diventano [PERSONA_1], i CF [CF_1].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37744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Pseudonimizzazione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Analisi Semantica Locale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L'LLM riceve solo token anonimi, valuta il contesto normativo e cita i precedenti del Garante.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37744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Ragionamento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774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0" lIns="182880" rIns="182880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PyMuPDF Vettoriale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Redazione distruttiva irreversibile: il testo viene cancellato dal codice del file, non coperto.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37744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Vera Redazione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SCREENSHOT 1 — MONITORAGGIO CONTINUO 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Live Demo: La Dashboard &amp; Il Monitoraggio H24 del Demone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040880" cy="4398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6967728" cy="4325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554480"/>
            <a:ext cx="3456432" cy="4398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Dashboard in Tempo Reale: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CONTROLLO H24 DELL'ALBO PRETORIO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Demone di Monitoraggio Attivo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L'indicatore verde in alto mostra il controllo continuo in background ('Ultimo check: 7m fa').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Contatori di Rischio Immediati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Card chiare: 6 analizzati, 2 conformi, 3 non conformi e 1 da verificare.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Feed Dinamico degli Atti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Tabella aggiornata automaticamente ogni 5s con tracciamento sorgente ('albo' vs 'upload').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Priorità per Gravità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Evidenziazione istantanea dei casi ad alta e media gravità per l'intervento immediato del DPO.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SCREENSHOT 2 — ATTO NON CONFORME E BONIFICA /REPORTS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Live Demo: Rilevamento Violazione e Vera Redazione Vettoriale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040880" cy="4398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report_non_conforme_redac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6967728" cy="4325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554480"/>
            <a:ext cx="3456432" cy="4398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Vera Redazione Vettoriale: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CONFRONTO COMPARATO SIDE-BY-SIDE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Rilevamento Determina Sussidio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Individuata Determina 04 con beneficiari e importi di disagio economico in chiaro.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Tag di Violazione Accertata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Badge '✗ Non conforme' con indicazione della gravità media e data di analisi.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Confronto Side-by-Side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A sinistra il PDF originale con i dati esposti; a destra la versione sanificata generata da PyMuPDF.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Distruzione Fisica del Dato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I dati (nome del beneficiario, indirizzo e CF) sono rimossi alla radice con veri omissis.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SCREENSHOT 3 — ANALISI NORMATIVA E RAG GIURISPRUDENZIALE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Live Demo: Explainable AI, Normativa e Precedenti del Garante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040880" cy="4398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report_precedente_decisio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6967728" cy="4325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554480"/>
            <a:ext cx="3456432" cy="4398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Trasparenza Decisionale: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ZERO ALLUCINAZIONI E RAG NORMATIVO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Frase Critica Contestata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Evidenziazione testuale esatta: 'attestazione ISEE di 1.450,00 € e stato di disoccupazione'.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RAG Precedente del Garante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Richiamo del caso storico reale: Comune di Tricase con sanzione comminata di € 15.000.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Decisioni per Singola Entità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Tabella granulare che indica l'azione: [PERSONA] -&gt; rimuovere, [ISEE] -&gt; minimizzare.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Norma Puntuale Citata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Riferimenti specifici: Art. 26 c. 4 D.Lgs. 33/2013 e Art. 5.1.c GDPR (Minimizzazione).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DEMO SCREENSHOT 4 — ATTO CONFORME (GRADUATORIA CONCORSO)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Live Demo: Distinzione Intelligente — Zero Falsi Positivi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040880" cy="4398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report_confor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91056"/>
            <a:ext cx="6967728" cy="4325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554480"/>
            <a:ext cx="3456432" cy="4398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0F172A"/>
                </a:solidFill>
              </a:defRPr>
            </a:pPr>
            <a:r>
              <a:t>Intelligenza di Contesto:</a:t>
            </a:r>
          </a:p>
          <a:p>
            <a:pPr>
              <a:spcAft>
                <a:spcPts val="1200"/>
              </a:spcAft>
              <a:defRPr sz="1000" b="1">
                <a:solidFill>
                  <a:srgbClr val="2563EB"/>
                </a:solidFill>
              </a:defRPr>
            </a:pPr>
            <a:r>
              <a:t>ZERO FALSI POSITIVI NELLA TRASPARENZA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Graduatoria di Concorso Pubblico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Analisi di una graduatoria di merito con nomi, cognomi e punteggi dei candidati ammessi.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Riconoscimento di Conformità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Verdetto istantaneo '✓ Conforme': l'atto rispetta pienamente le Linee Guida Garante 2014.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Nessuna Redazione Inutile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Spunta verde: 'Documento conforme - Nessuna redazione necessaria'. L'atto resta integro.</a:t>
            </a:r>
          </a:p>
          <a:p>
            <a:pPr>
              <a:spcBef>
                <a:spcPts val="400"/>
              </a:spcBef>
              <a:defRPr sz="1150" b="1">
                <a:solidFill>
                  <a:srgbClr val="0F172A"/>
                </a:solidFill>
              </a:defRPr>
            </a:pPr>
            <a:r>
              <a:t>• Trasparenza Amministrativa Salva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Dimostra che Albo Sicuro non oscura a caso, ma distingue la trasparenza lecita dalle violazioni.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SOSTENIBILITÀ ECONOMICA &amp; IMPATTO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Valore Operativo, Modello di Pricing &amp; ROI per la 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82880" rIns="182880"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</a:defRPr>
            </a:pPr>
            <a:r>
              <a:t>€ 1.800 – € 2.400 / anno</a:t>
            </a:r>
          </a:p>
          <a:p>
            <a:pPr>
              <a:spcAft>
                <a:spcPts val="600"/>
              </a:spcAft>
              <a:defRPr sz="950" b="1">
                <a:solidFill>
                  <a:srgbClr val="2563EB"/>
                </a:solidFill>
              </a:defRPr>
            </a:pPr>
            <a:r>
              <a:t>~150 – 200 € / mese  •  Piccoli Comuni (&lt; 5.000 ab.)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Fino a 1.000 atti/anno • Demone H24 attivo • Supporto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SMALL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82880" rIns="182880"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</a:defRPr>
            </a:pPr>
            <a:r>
              <a:t>€ 4.500 – € 6.000 / anno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</a:defRPr>
            </a:pPr>
            <a:r>
              <a:t>~400 – 500 € / mese  •  Comuni Medi (5.000 – 40.000 ab.)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Fino a 5.000 atti/anno • Utenti illimitati • API per gestionali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33832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MEDIUM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4048" lIns="182880" rIns="182880" wrap="square"/>
          <a:lstStyle/>
          <a:p>
            <a:pPr algn="ctr">
              <a:spcAft>
                <a:spcPts val="200"/>
              </a:spcAft>
              <a:defRPr sz="1600" b="1">
                <a:solidFill>
                  <a:srgbClr val="0F172A"/>
                </a:solidFill>
              </a:defRPr>
            </a:pPr>
            <a:r>
              <a:t>€ 12.000 – € 18.000 / anno</a:t>
            </a:r>
          </a:p>
          <a:p>
            <a:pPr>
              <a:spcAft>
                <a:spcPts val="600"/>
              </a:spcAft>
              <a:defRPr sz="950" b="1">
                <a:solidFill>
                  <a:srgbClr val="1E293B"/>
                </a:solidFill>
              </a:defRPr>
            </a:pPr>
            <a:r>
              <a:t>Grandi Capoluoghi &amp; ASL  •  Grandi Enti (&gt; 40.000 ab. &amp; Sanità)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Atti illimitati • Multi-settore (Sociale/Sanità) • Audit DPO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17320"/>
            <a:ext cx="338328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TIER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Azzeramento Sanzioni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ROI Matematico Immediato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Evitare anche una singola sanzione del Garante (€ 10k–50k) ripaga da 3 a 5 anni di canone dell'ente, azzerando le spese legali e tutelando i dirigenti dal danno erariale della Corte dei Conti.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9476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37947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2563EB"/>
                </a:solidFill>
              </a:defRPr>
            </a:pPr>
            <a:r>
              <a:t>90% Risparmio di Tempo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Automazione per il Personale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 funzionari comunali non devono più rileggere a mano parola per parola centinaia di pagine: l'IA evidenzia solo le criticità e genera la versione conforme in 3 clic.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79476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37947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 wrap="square"/>
          <a:lstStyle/>
          <a:p>
            <a:pPr algn="ctr"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Zero Burocrazia MePA</a:t>
            </a:r>
          </a:p>
          <a:p>
            <a:pPr>
              <a:spcAft>
                <a:spcPts val="800"/>
              </a:spcAft>
              <a:defRPr sz="1000" b="1">
                <a:solidFill>
                  <a:srgbClr val="0F172A"/>
                </a:solidFill>
              </a:defRPr>
            </a:pPr>
            <a:r>
              <a:t>Affidamento Diretto &amp; Leggerezza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Acquisto immediato sotto soglia D.Lgs. 36/2023 (&lt; € 140k) senza bandire gare d'appalto. Web app leggera integrabile via API nei gestionali già in uso (Maggioli, Halley).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794760"/>
            <a:ext cx="33832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Rendere la Trasparenza Finalmente Sicura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Q3 2026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OCR Locale Privacy-Preserving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Integrazione OCR on-premise per analizzare atti cartacei storici e scansioni senza inviare immagini all'esterno.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Q4 2026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Estensione Smart City &amp; IoT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Auditing dei flussi di telemetria urbana, log di smart meter e registri videosorveglianza urbana (Traccia Hackathon).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228600" rIns="228600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Conformità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</a:defRPr>
            </a:pPr>
            <a:r>
              <a:t>Qualificazione Cloud ACN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Ospitalità su infrastrutture cloud conformi ai requisiti dell'Agenzia per la Cybersicurezza Nazionale.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Team di Sviluppo Albo Sicuro — Campionato Universitario AI (DIGITA Academy / AI2B)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Sviluppato con Python, FastAPI, PyMuPDF, spaCy, python-stdnum e LLM locale. Grazie per l'attenzione!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